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6593-DF18-4212-BCA9-AEB5F08B715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34A92FF-5219-46B1-8235-D01FE52EF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08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6593-DF18-4212-BCA9-AEB5F08B715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A92FF-5219-46B1-8235-D01FE52EF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044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6593-DF18-4212-BCA9-AEB5F08B715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34A92FF-5219-46B1-8235-D01FE52EF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3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6593-DF18-4212-BCA9-AEB5F08B715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34A92FF-5219-46B1-8235-D01FE52EF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157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6593-DF18-4212-BCA9-AEB5F08B715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34A92FF-5219-46B1-8235-D01FE52EF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60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6593-DF18-4212-BCA9-AEB5F08B715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A92FF-5219-46B1-8235-D01FE52EF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85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6593-DF18-4212-BCA9-AEB5F08B715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A92FF-5219-46B1-8235-D01FE52EF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319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6593-DF18-4212-BCA9-AEB5F08B715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A92FF-5219-46B1-8235-D01FE52EF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341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6593-DF18-4212-BCA9-AEB5F08B715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34A92FF-5219-46B1-8235-D01FE52EF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663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6593-DF18-4212-BCA9-AEB5F08B715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34A92FF-5219-46B1-8235-D01FE52EF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625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6593-DF18-4212-BCA9-AEB5F08B715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34A92FF-5219-46B1-8235-D01FE52EFC0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9674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6593-DF18-4212-BCA9-AEB5F08B715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34A92FF-5219-46B1-8235-D01FE52EF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427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6593-DF18-4212-BCA9-AEB5F08B715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34A92FF-5219-46B1-8235-D01FE52EFC0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0655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6593-DF18-4212-BCA9-AEB5F08B715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34A92FF-5219-46B1-8235-D01FE52EF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4297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6593-DF18-4212-BCA9-AEB5F08B715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A92FF-5219-46B1-8235-D01FE52EF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3487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6593-DF18-4212-BCA9-AEB5F08B715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A92FF-5219-46B1-8235-D01FE52EF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98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66593-DF18-4212-BCA9-AEB5F08B715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34A92FF-5219-46B1-8235-D01FE52EF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096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8F0FD7-BB8A-9710-3E13-32C72DB01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425" y="1681162"/>
            <a:ext cx="6153150" cy="34956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6F1F2B-2CB7-67CC-8C90-26D31F9AAF3D}"/>
              </a:ext>
            </a:extLst>
          </p:cNvPr>
          <p:cNvSpPr txBox="1"/>
          <p:nvPr/>
        </p:nvSpPr>
        <p:spPr>
          <a:xfrm>
            <a:off x="3128306" y="131183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9DF8C6-2E63-65D3-7118-9B07222F4D1A}"/>
              </a:ext>
            </a:extLst>
          </p:cNvPr>
          <p:cNvSpPr txBox="1"/>
          <p:nvPr/>
        </p:nvSpPr>
        <p:spPr>
          <a:xfrm>
            <a:off x="2666088" y="4489950"/>
            <a:ext cx="1838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AWS amplify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1EC17A-B5CB-8A2C-2C24-698964793337}"/>
              </a:ext>
            </a:extLst>
          </p:cNvPr>
          <p:cNvSpPr txBox="1"/>
          <p:nvPr/>
        </p:nvSpPr>
        <p:spPr>
          <a:xfrm>
            <a:off x="4197096" y="3244333"/>
            <a:ext cx="2304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AWS API gateway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1E949B-A0C4-78A2-8EC9-889042998479}"/>
              </a:ext>
            </a:extLst>
          </p:cNvPr>
          <p:cNvSpPr txBox="1"/>
          <p:nvPr/>
        </p:nvSpPr>
        <p:spPr>
          <a:xfrm>
            <a:off x="5990425" y="4489950"/>
            <a:ext cx="1486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AWS lambda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4446BB-68D4-90F3-6448-03D155157FE7}"/>
              </a:ext>
            </a:extLst>
          </p:cNvPr>
          <p:cNvSpPr txBox="1"/>
          <p:nvPr/>
        </p:nvSpPr>
        <p:spPr>
          <a:xfrm>
            <a:off x="7837033" y="2545178"/>
            <a:ext cx="18277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AWS </a:t>
            </a:r>
            <a:r>
              <a:rPr lang="en-US" sz="1600" dirty="0" err="1"/>
              <a:t>Dynamodb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9CB468-9B02-77C9-331A-9C71FDA587D2}"/>
              </a:ext>
            </a:extLst>
          </p:cNvPr>
          <p:cNvSpPr txBox="1"/>
          <p:nvPr/>
        </p:nvSpPr>
        <p:spPr>
          <a:xfrm>
            <a:off x="8099550" y="5260258"/>
            <a:ext cx="1518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AWS Bedrock</a:t>
            </a:r>
          </a:p>
        </p:txBody>
      </p:sp>
    </p:spTree>
    <p:extLst>
      <p:ext uri="{BB962C8B-B14F-4D97-AF65-F5344CB8AC3E}">
        <p14:creationId xmlns:p14="http://schemas.microsoft.com/office/powerpoint/2010/main" val="277643215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33</TotalTime>
  <Words>12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Wisp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Ignacio Lara Ceballos</dc:creator>
  <cp:lastModifiedBy>Jorge Ignacio Lara Ceballos</cp:lastModifiedBy>
  <cp:revision>2</cp:revision>
  <dcterms:created xsi:type="dcterms:W3CDTF">2025-10-03T09:45:25Z</dcterms:created>
  <dcterms:modified xsi:type="dcterms:W3CDTF">2025-10-03T12:57:37Z</dcterms:modified>
</cp:coreProperties>
</file>